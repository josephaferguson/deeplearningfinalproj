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3"/>
  </p:notesMasterIdLst>
  <p:sldIdLst>
    <p:sldId id="264" r:id="rId2"/>
  </p:sldIdLst>
  <p:sldSz cx="43891200" cy="32918400"/>
  <p:notesSz cx="32461200" cy="43434000"/>
  <p:defaultTextStyle>
    <a:defPPr>
      <a:defRPr lang="en-US"/>
    </a:defPPr>
    <a:lvl1pPr algn="l" rtl="0" eaLnBrk="0" fontAlgn="base" hangingPunct="0">
      <a:spcBef>
        <a:spcPct val="0"/>
      </a:spcBef>
      <a:spcAft>
        <a:spcPct val="0"/>
      </a:spcAft>
      <a:defRPr sz="2400" kern="1200">
        <a:solidFill>
          <a:schemeClr val="tx1"/>
        </a:solidFill>
        <a:latin typeface="Arial" charset="0"/>
        <a:ea typeface="ＭＳ Ｐゴシック" charset="0"/>
        <a:cs typeface="ＭＳ Ｐゴシック" charset="0"/>
      </a:defRPr>
    </a:lvl1pPr>
    <a:lvl2pPr marL="457200" algn="l" rtl="0" eaLnBrk="0" fontAlgn="base" hangingPunct="0">
      <a:spcBef>
        <a:spcPct val="0"/>
      </a:spcBef>
      <a:spcAft>
        <a:spcPct val="0"/>
      </a:spcAft>
      <a:defRPr sz="2400" kern="1200">
        <a:solidFill>
          <a:schemeClr val="tx1"/>
        </a:solidFill>
        <a:latin typeface="Arial" charset="0"/>
        <a:ea typeface="ＭＳ Ｐゴシック" charset="0"/>
        <a:cs typeface="ＭＳ Ｐゴシック" charset="0"/>
      </a:defRPr>
    </a:lvl2pPr>
    <a:lvl3pPr marL="914400" algn="l" rtl="0" eaLnBrk="0" fontAlgn="base" hangingPunct="0">
      <a:spcBef>
        <a:spcPct val="0"/>
      </a:spcBef>
      <a:spcAft>
        <a:spcPct val="0"/>
      </a:spcAft>
      <a:defRPr sz="2400" kern="1200">
        <a:solidFill>
          <a:schemeClr val="tx1"/>
        </a:solidFill>
        <a:latin typeface="Arial" charset="0"/>
        <a:ea typeface="ＭＳ Ｐゴシック" charset="0"/>
        <a:cs typeface="ＭＳ Ｐゴシック" charset="0"/>
      </a:defRPr>
    </a:lvl3pPr>
    <a:lvl4pPr marL="1371600" algn="l" rtl="0" eaLnBrk="0" fontAlgn="base" hangingPunct="0">
      <a:spcBef>
        <a:spcPct val="0"/>
      </a:spcBef>
      <a:spcAft>
        <a:spcPct val="0"/>
      </a:spcAft>
      <a:defRPr sz="2400" kern="1200">
        <a:solidFill>
          <a:schemeClr val="tx1"/>
        </a:solidFill>
        <a:latin typeface="Arial" charset="0"/>
        <a:ea typeface="ＭＳ Ｐゴシック" charset="0"/>
        <a:cs typeface="ＭＳ Ｐゴシック" charset="0"/>
      </a:defRPr>
    </a:lvl4pPr>
    <a:lvl5pPr marL="1828800" algn="l" rtl="0" eaLnBrk="0" fontAlgn="base" hangingPunct="0">
      <a:spcBef>
        <a:spcPct val="0"/>
      </a:spcBef>
      <a:spcAft>
        <a:spcPct val="0"/>
      </a:spcAft>
      <a:defRPr sz="2400" kern="1200">
        <a:solidFill>
          <a:schemeClr val="tx1"/>
        </a:solidFill>
        <a:latin typeface="Arial" charset="0"/>
        <a:ea typeface="ＭＳ Ｐゴシック" charset="0"/>
        <a:cs typeface="ＭＳ Ｐゴシック" charset="0"/>
      </a:defRPr>
    </a:lvl5pPr>
    <a:lvl6pPr marL="2286000" algn="l" defTabSz="457200" rtl="0" eaLnBrk="1" latinLnBrk="0" hangingPunct="1">
      <a:defRPr sz="2400" kern="1200">
        <a:solidFill>
          <a:schemeClr val="tx1"/>
        </a:solidFill>
        <a:latin typeface="Arial" charset="0"/>
        <a:ea typeface="ＭＳ Ｐゴシック" charset="0"/>
        <a:cs typeface="ＭＳ Ｐゴシック" charset="0"/>
      </a:defRPr>
    </a:lvl6pPr>
    <a:lvl7pPr marL="2743200" algn="l" defTabSz="457200" rtl="0" eaLnBrk="1" latinLnBrk="0" hangingPunct="1">
      <a:defRPr sz="2400" kern="1200">
        <a:solidFill>
          <a:schemeClr val="tx1"/>
        </a:solidFill>
        <a:latin typeface="Arial" charset="0"/>
        <a:ea typeface="ＭＳ Ｐゴシック" charset="0"/>
        <a:cs typeface="ＭＳ Ｐゴシック" charset="0"/>
      </a:defRPr>
    </a:lvl7pPr>
    <a:lvl8pPr marL="3200400" algn="l" defTabSz="457200" rtl="0" eaLnBrk="1" latinLnBrk="0" hangingPunct="1">
      <a:defRPr sz="2400" kern="1200">
        <a:solidFill>
          <a:schemeClr val="tx1"/>
        </a:solidFill>
        <a:latin typeface="Arial" charset="0"/>
        <a:ea typeface="ＭＳ Ｐゴシック" charset="0"/>
        <a:cs typeface="ＭＳ Ｐゴシック" charset="0"/>
      </a:defRPr>
    </a:lvl8pPr>
    <a:lvl9pPr marL="3657600" algn="l" defTabSz="457200" rtl="0" eaLnBrk="1" latinLnBrk="0" hangingPunct="1">
      <a:defRPr sz="2400"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10368">
          <p15:clr>
            <a:srgbClr val="A4A3A4"/>
          </p15:clr>
        </p15:guide>
        <p15:guide id="2" pos="6768" userDrawn="1">
          <p15:clr>
            <a:srgbClr val="A4A3A4"/>
          </p15:clr>
        </p15:guide>
        <p15:guide id="3" pos="20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CCCC"/>
    <a:srgbClr val="66FFFF"/>
    <a:srgbClr val="333333"/>
    <a:srgbClr val="7BC5CD"/>
    <a:srgbClr val="808080"/>
    <a:srgbClr val="C2E1E1"/>
    <a:srgbClr val="C0DA83"/>
    <a:srgbClr val="009CB1"/>
    <a:srgbClr val="AFD7E4"/>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2AD572-5C7C-4E49-9ECF-5594095A28BE}" v="22" dt="2025-11-30T22:27:52.81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091" autoAdjust="0"/>
    <p:restoredTop sz="96437" autoAdjust="0"/>
  </p:normalViewPr>
  <p:slideViewPr>
    <p:cSldViewPr>
      <p:cViewPr varScale="1">
        <p:scale>
          <a:sx n="23" d="100"/>
          <a:sy n="23" d="100"/>
        </p:scale>
        <p:origin x="768" y="42"/>
      </p:cViewPr>
      <p:guideLst>
        <p:guide orient="horz" pos="10368"/>
        <p:guide pos="6768"/>
        <p:guide pos="20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18" d="100"/>
          <a:sy n="18" d="100"/>
        </p:scale>
        <p:origin x="3396" y="108"/>
      </p:cViewPr>
      <p:guideLst/>
    </p:cSldViewPr>
  </p:notes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rguson, Joe (fergujp)" userId="4f65ad1c-5ee5-40cd-aa65-b2e007bab6e6" providerId="ADAL" clId="{3FB175E4-2D26-456B-8D3F-6A89E8E2BDC2}"/>
    <pc:docChg chg="undo custSel addSld delSld modSld">
      <pc:chgData name="Ferguson, Joe (fergujp)" userId="4f65ad1c-5ee5-40cd-aa65-b2e007bab6e6" providerId="ADAL" clId="{3FB175E4-2D26-456B-8D3F-6A89E8E2BDC2}" dt="2025-11-30T22:27:21.264" v="2141" actId="2696"/>
      <pc:docMkLst>
        <pc:docMk/>
      </pc:docMkLst>
      <pc:sldChg chg="addSp delSp modSp mod modNotes">
        <pc:chgData name="Ferguson, Joe (fergujp)" userId="4f65ad1c-5ee5-40cd-aa65-b2e007bab6e6" providerId="ADAL" clId="{3FB175E4-2D26-456B-8D3F-6A89E8E2BDC2}" dt="2025-11-30T22:25:33.492" v="2139" actId="1037"/>
        <pc:sldMkLst>
          <pc:docMk/>
          <pc:sldMk cId="0" sldId="264"/>
        </pc:sldMkLst>
        <pc:spChg chg="mod">
          <ac:chgData name="Ferguson, Joe (fergujp)" userId="4f65ad1c-5ee5-40cd-aa65-b2e007bab6e6" providerId="ADAL" clId="{3FB175E4-2D26-456B-8D3F-6A89E8E2BDC2}" dt="2025-11-30T22:14:24.146" v="1711" actId="113"/>
          <ac:spMkLst>
            <pc:docMk/>
            <pc:sldMk cId="0" sldId="264"/>
            <ac:spMk id="2" creationId="{A5030AF5-0D41-519B-6866-85B8CE529F7E}"/>
          </ac:spMkLst>
        </pc:spChg>
        <pc:spChg chg="add mod">
          <ac:chgData name="Ferguson, Joe (fergujp)" userId="4f65ad1c-5ee5-40cd-aa65-b2e007bab6e6" providerId="ADAL" clId="{3FB175E4-2D26-456B-8D3F-6A89E8E2BDC2}" dt="2025-11-30T22:14:08.045" v="1705" actId="113"/>
          <ac:spMkLst>
            <pc:docMk/>
            <pc:sldMk cId="0" sldId="264"/>
            <ac:spMk id="3" creationId="{814965EE-2F2F-71B4-C3DC-DD5B1501CAFF}"/>
          </ac:spMkLst>
        </pc:spChg>
        <pc:spChg chg="add mod">
          <ac:chgData name="Ferguson, Joe (fergujp)" userId="4f65ad1c-5ee5-40cd-aa65-b2e007bab6e6" providerId="ADAL" clId="{3FB175E4-2D26-456B-8D3F-6A89E8E2BDC2}" dt="2025-11-30T22:14:11.468" v="1707" actId="113"/>
          <ac:spMkLst>
            <pc:docMk/>
            <pc:sldMk cId="0" sldId="264"/>
            <ac:spMk id="4" creationId="{01B204A1-27CB-598B-244A-D98CA3879322}"/>
          </ac:spMkLst>
        </pc:spChg>
        <pc:spChg chg="add mod">
          <ac:chgData name="Ferguson, Joe (fergujp)" userId="4f65ad1c-5ee5-40cd-aa65-b2e007bab6e6" providerId="ADAL" clId="{3FB175E4-2D26-456B-8D3F-6A89E8E2BDC2}" dt="2025-11-30T22:14:14.491" v="1708" actId="113"/>
          <ac:spMkLst>
            <pc:docMk/>
            <pc:sldMk cId="0" sldId="264"/>
            <ac:spMk id="5" creationId="{1F4A677E-B8A2-B69D-5A35-5AD50D4AEA08}"/>
          </ac:spMkLst>
        </pc:spChg>
        <pc:spChg chg="add mod">
          <ac:chgData name="Ferguson, Joe (fergujp)" userId="4f65ad1c-5ee5-40cd-aa65-b2e007bab6e6" providerId="ADAL" clId="{3FB175E4-2D26-456B-8D3F-6A89E8E2BDC2}" dt="2025-11-30T22:14:09.809" v="1706" actId="113"/>
          <ac:spMkLst>
            <pc:docMk/>
            <pc:sldMk cId="0" sldId="264"/>
            <ac:spMk id="6" creationId="{DEDCAA26-056F-48FC-8076-05C59AB1B170}"/>
          </ac:spMkLst>
        </pc:spChg>
        <pc:spChg chg="add mod">
          <ac:chgData name="Ferguson, Joe (fergujp)" userId="4f65ad1c-5ee5-40cd-aa65-b2e007bab6e6" providerId="ADAL" clId="{3FB175E4-2D26-456B-8D3F-6A89E8E2BDC2}" dt="2025-11-30T22:14:18.232" v="1709" actId="113"/>
          <ac:spMkLst>
            <pc:docMk/>
            <pc:sldMk cId="0" sldId="264"/>
            <ac:spMk id="7" creationId="{BDD0EFAC-8480-7F88-08B7-9E1752ECF371}"/>
          </ac:spMkLst>
        </pc:spChg>
        <pc:spChg chg="add mod">
          <ac:chgData name="Ferguson, Joe (fergujp)" userId="4f65ad1c-5ee5-40cd-aa65-b2e007bab6e6" providerId="ADAL" clId="{3FB175E4-2D26-456B-8D3F-6A89E8E2BDC2}" dt="2025-11-30T22:19:49.624" v="1867" actId="1036"/>
          <ac:spMkLst>
            <pc:docMk/>
            <pc:sldMk cId="0" sldId="264"/>
            <ac:spMk id="8" creationId="{5039E42E-F26B-441B-7CC0-8D0E9D50B36A}"/>
          </ac:spMkLst>
        </pc:spChg>
        <pc:spChg chg="add mod">
          <ac:chgData name="Ferguson, Joe (fergujp)" userId="4f65ad1c-5ee5-40cd-aa65-b2e007bab6e6" providerId="ADAL" clId="{3FB175E4-2D26-456B-8D3F-6A89E8E2BDC2}" dt="2025-11-30T22:13:30.283" v="1700" actId="164"/>
          <ac:spMkLst>
            <pc:docMk/>
            <pc:sldMk cId="0" sldId="264"/>
            <ac:spMk id="9" creationId="{7C2F3C38-5911-57F6-323F-0ACD6DBD39A2}"/>
          </ac:spMkLst>
        </pc:spChg>
        <pc:spChg chg="add mod">
          <ac:chgData name="Ferguson, Joe (fergujp)" userId="4f65ad1c-5ee5-40cd-aa65-b2e007bab6e6" providerId="ADAL" clId="{3FB175E4-2D26-456B-8D3F-6A89E8E2BDC2}" dt="2025-11-30T22:24:59.440" v="2128" actId="12788"/>
          <ac:spMkLst>
            <pc:docMk/>
            <pc:sldMk cId="0" sldId="264"/>
            <ac:spMk id="10" creationId="{5D724D72-5AD1-FA3C-58DD-631AD74782A4}"/>
          </ac:spMkLst>
        </pc:spChg>
        <pc:spChg chg="add mod">
          <ac:chgData name="Ferguson, Joe (fergujp)" userId="4f65ad1c-5ee5-40cd-aa65-b2e007bab6e6" providerId="ADAL" clId="{3FB175E4-2D26-456B-8D3F-6A89E8E2BDC2}" dt="2025-11-30T22:25:16.364" v="2130" actId="12788"/>
          <ac:spMkLst>
            <pc:docMk/>
            <pc:sldMk cId="0" sldId="264"/>
            <ac:spMk id="11" creationId="{903AF1FF-A36B-6BEC-CBC1-1D1A71967DDE}"/>
          </ac:spMkLst>
        </pc:spChg>
        <pc:spChg chg="add mod ord">
          <ac:chgData name="Ferguson, Joe (fergujp)" userId="4f65ad1c-5ee5-40cd-aa65-b2e007bab6e6" providerId="ADAL" clId="{3FB175E4-2D26-456B-8D3F-6A89E8E2BDC2}" dt="2025-11-30T22:24:59.440" v="2128" actId="12788"/>
          <ac:spMkLst>
            <pc:docMk/>
            <pc:sldMk cId="0" sldId="264"/>
            <ac:spMk id="15" creationId="{397EB2A9-867F-A249-DCCF-CD5659489BF9}"/>
          </ac:spMkLst>
        </pc:spChg>
        <pc:spChg chg="add mod ord">
          <ac:chgData name="Ferguson, Joe (fergujp)" userId="4f65ad1c-5ee5-40cd-aa65-b2e007bab6e6" providerId="ADAL" clId="{3FB175E4-2D26-456B-8D3F-6A89E8E2BDC2}" dt="2025-11-30T22:25:16.364" v="2130" actId="12788"/>
          <ac:spMkLst>
            <pc:docMk/>
            <pc:sldMk cId="0" sldId="264"/>
            <ac:spMk id="16" creationId="{5B81342E-A0EF-4AF9-ADD7-9578B93065FA}"/>
          </ac:spMkLst>
        </pc:spChg>
        <pc:spChg chg="add mod ord">
          <ac:chgData name="Ferguson, Joe (fergujp)" userId="4f65ad1c-5ee5-40cd-aa65-b2e007bab6e6" providerId="ADAL" clId="{3FB175E4-2D26-456B-8D3F-6A89E8E2BDC2}" dt="2025-11-30T22:13:30.283" v="1700" actId="164"/>
          <ac:spMkLst>
            <pc:docMk/>
            <pc:sldMk cId="0" sldId="264"/>
            <ac:spMk id="17" creationId="{6BE3BE88-D00E-95D3-AD02-58E3197B62EA}"/>
          </ac:spMkLst>
        </pc:spChg>
        <pc:spChg chg="add mod">
          <ac:chgData name="Ferguson, Joe (fergujp)" userId="4f65ad1c-5ee5-40cd-aa65-b2e007bab6e6" providerId="ADAL" clId="{3FB175E4-2D26-456B-8D3F-6A89E8E2BDC2}" dt="2025-11-30T22:18:36.991" v="1797" actId="1036"/>
          <ac:spMkLst>
            <pc:docMk/>
            <pc:sldMk cId="0" sldId="264"/>
            <ac:spMk id="25" creationId="{C106D7BF-4458-8CCF-7955-22B010D5CA88}"/>
          </ac:spMkLst>
        </pc:spChg>
        <pc:spChg chg="add mod">
          <ac:chgData name="Ferguson, Joe (fergujp)" userId="4f65ad1c-5ee5-40cd-aa65-b2e007bab6e6" providerId="ADAL" clId="{3FB175E4-2D26-456B-8D3F-6A89E8E2BDC2}" dt="2025-11-30T22:25:31.724" v="2133" actId="164"/>
          <ac:spMkLst>
            <pc:docMk/>
            <pc:sldMk cId="0" sldId="264"/>
            <ac:spMk id="26" creationId="{BC6ABA07-3AF4-74E6-F0BB-F7C12F29A05E}"/>
          </ac:spMkLst>
        </pc:spChg>
        <pc:spChg chg="mod ord topLvl">
          <ac:chgData name="Ferguson, Joe (fergujp)" userId="4f65ad1c-5ee5-40cd-aa65-b2e007bab6e6" providerId="ADAL" clId="{3FB175E4-2D26-456B-8D3F-6A89E8E2BDC2}" dt="2025-11-30T22:25:31.724" v="2133" actId="164"/>
          <ac:spMkLst>
            <pc:docMk/>
            <pc:sldMk cId="0" sldId="264"/>
            <ac:spMk id="28" creationId="{27DEA0BC-B36A-06BF-0B77-E3A060A18D64}"/>
          </ac:spMkLst>
        </pc:spChg>
        <pc:spChg chg="del mod topLvl">
          <ac:chgData name="Ferguson, Joe (fergujp)" userId="4f65ad1c-5ee5-40cd-aa65-b2e007bab6e6" providerId="ADAL" clId="{3FB175E4-2D26-456B-8D3F-6A89E8E2BDC2}" dt="2025-11-30T22:24:27.457" v="2122" actId="478"/>
          <ac:spMkLst>
            <pc:docMk/>
            <pc:sldMk cId="0" sldId="264"/>
            <ac:spMk id="29" creationId="{7C2B0850-0CF2-5092-89E0-D73B7A131FB3}"/>
          </ac:spMkLst>
        </pc:spChg>
        <pc:grpChg chg="add mod">
          <ac:chgData name="Ferguson, Joe (fergujp)" userId="4f65ad1c-5ee5-40cd-aa65-b2e007bab6e6" providerId="ADAL" clId="{3FB175E4-2D26-456B-8D3F-6A89E8E2BDC2}" dt="2025-11-30T22:13:54.525" v="1704" actId="465"/>
          <ac:grpSpMkLst>
            <pc:docMk/>
            <pc:sldMk cId="0" sldId="264"/>
            <ac:grpSpMk id="18" creationId="{3BE60C09-6DDB-17F5-6832-0FEA06F5A5ED}"/>
          </ac:grpSpMkLst>
        </pc:grpChg>
        <pc:grpChg chg="add mod">
          <ac:chgData name="Ferguson, Joe (fergujp)" userId="4f65ad1c-5ee5-40cd-aa65-b2e007bab6e6" providerId="ADAL" clId="{3FB175E4-2D26-456B-8D3F-6A89E8E2BDC2}" dt="2025-11-30T22:13:47.420" v="1703" actId="12788"/>
          <ac:grpSpMkLst>
            <pc:docMk/>
            <pc:sldMk cId="0" sldId="264"/>
            <ac:grpSpMk id="19" creationId="{D6DC6000-F8AA-F764-DD60-D876F3F6283F}"/>
          </ac:grpSpMkLst>
        </pc:grpChg>
        <pc:grpChg chg="add mod">
          <ac:chgData name="Ferguson, Joe (fergujp)" userId="4f65ad1c-5ee5-40cd-aa65-b2e007bab6e6" providerId="ADAL" clId="{3FB175E4-2D26-456B-8D3F-6A89E8E2BDC2}" dt="2025-11-30T22:13:54.525" v="1704" actId="465"/>
          <ac:grpSpMkLst>
            <pc:docMk/>
            <pc:sldMk cId="0" sldId="264"/>
            <ac:grpSpMk id="20" creationId="{60F60003-5C60-5AE0-90A5-CEC0159D4CCA}"/>
          </ac:grpSpMkLst>
        </pc:grpChg>
        <pc:grpChg chg="add del mod">
          <ac:chgData name="Ferguson, Joe (fergujp)" userId="4f65ad1c-5ee5-40cd-aa65-b2e007bab6e6" providerId="ADAL" clId="{3FB175E4-2D26-456B-8D3F-6A89E8E2BDC2}" dt="2025-11-30T22:24:27.457" v="2122" actId="478"/>
          <ac:grpSpMkLst>
            <pc:docMk/>
            <pc:sldMk cId="0" sldId="264"/>
            <ac:grpSpMk id="27" creationId="{CD42B4F0-BDCB-D817-E06C-214D259F5C0C}"/>
          </ac:grpSpMkLst>
        </pc:grpChg>
        <pc:grpChg chg="add mod">
          <ac:chgData name="Ferguson, Joe (fergujp)" userId="4f65ad1c-5ee5-40cd-aa65-b2e007bab6e6" providerId="ADAL" clId="{3FB175E4-2D26-456B-8D3F-6A89E8E2BDC2}" dt="2025-11-30T22:25:33.492" v="2139" actId="1037"/>
          <ac:grpSpMkLst>
            <pc:docMk/>
            <pc:sldMk cId="0" sldId="264"/>
            <ac:grpSpMk id="30" creationId="{FC50DBD3-09F9-99A6-2E36-6E38D05FA337}"/>
          </ac:grpSpMkLst>
        </pc:grpChg>
        <pc:picChg chg="add del mod">
          <ac:chgData name="Ferguson, Joe (fergujp)" userId="4f65ad1c-5ee5-40cd-aa65-b2e007bab6e6" providerId="ADAL" clId="{3FB175E4-2D26-456B-8D3F-6A89E8E2BDC2}" dt="2025-11-30T22:17:02.977" v="1721" actId="22"/>
          <ac:picMkLst>
            <pc:docMk/>
            <pc:sldMk cId="0" sldId="264"/>
            <ac:picMk id="22" creationId="{AF51B75F-10DA-664B-9FE2-768BA631C87C}"/>
          </ac:picMkLst>
        </pc:picChg>
        <pc:picChg chg="add mod">
          <ac:chgData name="Ferguson, Joe (fergujp)" userId="4f65ad1c-5ee5-40cd-aa65-b2e007bab6e6" providerId="ADAL" clId="{3FB175E4-2D26-456B-8D3F-6A89E8E2BDC2}" dt="2025-11-30T22:18:25.974" v="1795" actId="1035"/>
          <ac:picMkLst>
            <pc:docMk/>
            <pc:sldMk cId="0" sldId="264"/>
            <ac:picMk id="24" creationId="{43F722AB-7BEC-8D42-94EE-0ECCB67B7D21}"/>
          </ac:picMkLst>
        </pc:picChg>
        <pc:cxnChg chg="add mod">
          <ac:chgData name="Ferguson, Joe (fergujp)" userId="4f65ad1c-5ee5-40cd-aa65-b2e007bab6e6" providerId="ADAL" clId="{3FB175E4-2D26-456B-8D3F-6A89E8E2BDC2}" dt="2025-11-30T22:06:56.694" v="1345" actId="408"/>
          <ac:cxnSpMkLst>
            <pc:docMk/>
            <pc:sldMk cId="0" sldId="264"/>
            <ac:cxnSpMk id="13" creationId="{22EEE2BC-9C5D-196A-CCCD-B8D40E9B1A7A}"/>
          </ac:cxnSpMkLst>
        </pc:cxnChg>
        <pc:cxnChg chg="add mod">
          <ac:chgData name="Ferguson, Joe (fergujp)" userId="4f65ad1c-5ee5-40cd-aa65-b2e007bab6e6" providerId="ADAL" clId="{3FB175E4-2D26-456B-8D3F-6A89E8E2BDC2}" dt="2025-11-30T22:07:22.233" v="1402" actId="1038"/>
          <ac:cxnSpMkLst>
            <pc:docMk/>
            <pc:sldMk cId="0" sldId="264"/>
            <ac:cxnSpMk id="14" creationId="{E97D8624-606A-786F-656E-1E816F7E4F71}"/>
          </ac:cxnSpMkLst>
        </pc:cxnChg>
      </pc:sldChg>
      <pc:sldChg chg="new del">
        <pc:chgData name="Ferguson, Joe (fergujp)" userId="4f65ad1c-5ee5-40cd-aa65-b2e007bab6e6" providerId="ADAL" clId="{3FB175E4-2D26-456B-8D3F-6A89E8E2BDC2}" dt="2025-11-30T22:27:21.264" v="2141" actId="2696"/>
        <pc:sldMkLst>
          <pc:docMk/>
          <pc:sldMk cId="143357173" sldId="26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0" y="0"/>
            <a:ext cx="14066520" cy="2171700"/>
          </a:xfrm>
          <a:prstGeom prst="rect">
            <a:avLst/>
          </a:prstGeom>
          <a:noFill/>
          <a:ln w="9525">
            <a:noFill/>
            <a:miter lim="800000"/>
            <a:headEnd/>
            <a:tailEnd/>
          </a:ln>
        </p:spPr>
        <p:txBody>
          <a:bodyPr vert="horz" wrap="square" lIns="433660" tIns="216832" rIns="433660" bIns="216832" numCol="1" anchor="t" anchorCtr="0" compatLnSpc="1">
            <a:prstTxWarp prst="textNoShape">
              <a:avLst/>
            </a:prstTxWarp>
          </a:bodyPr>
          <a:lstStyle>
            <a:lvl1pPr>
              <a:defRPr sz="5800">
                <a:ea typeface="ＭＳ Ｐゴシック" pitchFamily="-109" charset="-128"/>
                <a:cs typeface="+mn-cs"/>
              </a:defRPr>
            </a:lvl1pPr>
          </a:lstStyle>
          <a:p>
            <a:pPr>
              <a:defRPr/>
            </a:pPr>
            <a:endParaRPr lang="en-US"/>
          </a:p>
        </p:txBody>
      </p:sp>
      <p:sp>
        <p:nvSpPr>
          <p:cNvPr id="8195" name="Rectangle 3"/>
          <p:cNvSpPr>
            <a:spLocks noGrp="1" noChangeArrowheads="1"/>
          </p:cNvSpPr>
          <p:nvPr>
            <p:ph type="dt" idx="1"/>
          </p:nvPr>
        </p:nvSpPr>
        <p:spPr bwMode="auto">
          <a:xfrm>
            <a:off x="18394680" y="0"/>
            <a:ext cx="14066520" cy="2171700"/>
          </a:xfrm>
          <a:prstGeom prst="rect">
            <a:avLst/>
          </a:prstGeom>
          <a:noFill/>
          <a:ln w="9525">
            <a:noFill/>
            <a:miter lim="800000"/>
            <a:headEnd/>
            <a:tailEnd/>
          </a:ln>
        </p:spPr>
        <p:txBody>
          <a:bodyPr vert="horz" wrap="square" lIns="433660" tIns="216832" rIns="433660" bIns="216832" numCol="1" anchor="t" anchorCtr="0" compatLnSpc="1">
            <a:prstTxWarp prst="textNoShape">
              <a:avLst/>
            </a:prstTxWarp>
          </a:bodyPr>
          <a:lstStyle>
            <a:lvl1pPr algn="r">
              <a:defRPr sz="5800">
                <a:ea typeface="ＭＳ Ｐゴシック" pitchFamily="-109" charset="-128"/>
                <a:cs typeface="+mn-cs"/>
              </a:defRPr>
            </a:lvl1pPr>
          </a:lstStyle>
          <a:p>
            <a:pPr>
              <a:defRPr/>
            </a:pPr>
            <a:endParaRPr lang="en-US"/>
          </a:p>
        </p:txBody>
      </p:sp>
      <p:sp>
        <p:nvSpPr>
          <p:cNvPr id="2052" name="Rectangle 4"/>
          <p:cNvSpPr>
            <a:spLocks noGrp="1" noRot="1" noChangeAspect="1" noChangeArrowheads="1" noTextEdit="1"/>
          </p:cNvSpPr>
          <p:nvPr>
            <p:ph type="sldImg" idx="2"/>
          </p:nvPr>
        </p:nvSpPr>
        <p:spPr bwMode="auto">
          <a:xfrm>
            <a:off x="5373688" y="3260725"/>
            <a:ext cx="21715412" cy="16287750"/>
          </a:xfrm>
          <a:prstGeom prst="rect">
            <a:avLst/>
          </a:prstGeom>
          <a:noFill/>
          <a:ln w="9525">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8197" name="Rectangle 5"/>
          <p:cNvSpPr>
            <a:spLocks noGrp="1" noChangeArrowheads="1"/>
          </p:cNvSpPr>
          <p:nvPr>
            <p:ph type="body" sz="quarter" idx="3"/>
          </p:nvPr>
        </p:nvSpPr>
        <p:spPr bwMode="auto">
          <a:xfrm>
            <a:off x="4328160" y="20631150"/>
            <a:ext cx="23804880" cy="19545300"/>
          </a:xfrm>
          <a:prstGeom prst="rect">
            <a:avLst/>
          </a:prstGeom>
          <a:noFill/>
          <a:ln w="9525">
            <a:noFill/>
            <a:miter lim="800000"/>
            <a:headEnd/>
            <a:tailEnd/>
          </a:ln>
        </p:spPr>
        <p:txBody>
          <a:bodyPr vert="horz" wrap="square" lIns="433660" tIns="216832" rIns="433660" bIns="216832"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198" name="Rectangle 6"/>
          <p:cNvSpPr>
            <a:spLocks noGrp="1" noChangeArrowheads="1"/>
          </p:cNvSpPr>
          <p:nvPr>
            <p:ph type="ftr" sz="quarter" idx="4"/>
          </p:nvPr>
        </p:nvSpPr>
        <p:spPr bwMode="auto">
          <a:xfrm>
            <a:off x="0" y="41262300"/>
            <a:ext cx="14066520" cy="2171700"/>
          </a:xfrm>
          <a:prstGeom prst="rect">
            <a:avLst/>
          </a:prstGeom>
          <a:noFill/>
          <a:ln w="9525">
            <a:noFill/>
            <a:miter lim="800000"/>
            <a:headEnd/>
            <a:tailEnd/>
          </a:ln>
        </p:spPr>
        <p:txBody>
          <a:bodyPr vert="horz" wrap="square" lIns="433660" tIns="216832" rIns="433660" bIns="216832" numCol="1" anchor="b" anchorCtr="0" compatLnSpc="1">
            <a:prstTxWarp prst="textNoShape">
              <a:avLst/>
            </a:prstTxWarp>
          </a:bodyPr>
          <a:lstStyle>
            <a:lvl1pPr>
              <a:defRPr sz="5800">
                <a:ea typeface="ＭＳ Ｐゴシック" pitchFamily="-109" charset="-128"/>
                <a:cs typeface="+mn-cs"/>
              </a:defRPr>
            </a:lvl1pPr>
          </a:lstStyle>
          <a:p>
            <a:pPr>
              <a:defRPr/>
            </a:pPr>
            <a:endParaRPr lang="en-US"/>
          </a:p>
        </p:txBody>
      </p:sp>
      <p:sp>
        <p:nvSpPr>
          <p:cNvPr id="8199" name="Rectangle 7"/>
          <p:cNvSpPr>
            <a:spLocks noGrp="1" noChangeArrowheads="1"/>
          </p:cNvSpPr>
          <p:nvPr>
            <p:ph type="sldNum" sz="quarter" idx="5"/>
          </p:nvPr>
        </p:nvSpPr>
        <p:spPr bwMode="auto">
          <a:xfrm>
            <a:off x="18394680" y="41262300"/>
            <a:ext cx="14066520" cy="2171700"/>
          </a:xfrm>
          <a:prstGeom prst="rect">
            <a:avLst/>
          </a:prstGeom>
          <a:noFill/>
          <a:ln w="9525">
            <a:noFill/>
            <a:miter lim="800000"/>
            <a:headEnd/>
            <a:tailEnd/>
          </a:ln>
        </p:spPr>
        <p:txBody>
          <a:bodyPr vert="horz" wrap="square" lIns="433660" tIns="216832" rIns="433660" bIns="216832" numCol="1" anchor="b" anchorCtr="0" compatLnSpc="1">
            <a:prstTxWarp prst="textNoShape">
              <a:avLst/>
            </a:prstTxWarp>
          </a:bodyPr>
          <a:lstStyle>
            <a:lvl1pPr algn="r">
              <a:defRPr sz="5800"/>
            </a:lvl1pPr>
          </a:lstStyle>
          <a:p>
            <a:pPr>
              <a:defRPr/>
            </a:pPr>
            <a:fld id="{DF53CEDA-3E2A-A641-A760-C50CD9A821AF}" type="slidenum">
              <a:rPr lang="en-US"/>
              <a:pPr>
                <a:defRPr/>
              </a:pPr>
              <a:t>‹#›</a:t>
            </a:fld>
            <a:endParaRPr lang="en-US"/>
          </a:p>
        </p:txBody>
      </p:sp>
    </p:spTree>
    <p:extLst>
      <p:ext uri="{BB962C8B-B14F-4D97-AF65-F5344CB8AC3E}">
        <p14:creationId xmlns:p14="http://schemas.microsoft.com/office/powerpoint/2010/main" val="327553088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pitchFamily="-109"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Arial" charset="0"/>
        <a:ea typeface="ＭＳ Ｐゴシック" pitchFamily="-109" charset="-128"/>
        <a:cs typeface="ＭＳ Ｐゴシック" charset="0"/>
      </a:defRPr>
    </a:lvl2pPr>
    <a:lvl3pPr marL="914400" algn="l" rtl="0" eaLnBrk="0" fontAlgn="base" hangingPunct="0">
      <a:spcBef>
        <a:spcPct val="30000"/>
      </a:spcBef>
      <a:spcAft>
        <a:spcPct val="0"/>
      </a:spcAft>
      <a:defRPr sz="1200" kern="1200">
        <a:solidFill>
          <a:schemeClr val="tx1"/>
        </a:solidFill>
        <a:latin typeface="Arial" charset="0"/>
        <a:ea typeface="ＭＳ Ｐゴシック" pitchFamily="-109" charset="-128"/>
        <a:cs typeface="ＭＳ Ｐゴシック" charset="0"/>
      </a:defRPr>
    </a:lvl3pPr>
    <a:lvl4pPr marL="1371600" algn="l" rtl="0" eaLnBrk="0" fontAlgn="base" hangingPunct="0">
      <a:spcBef>
        <a:spcPct val="30000"/>
      </a:spcBef>
      <a:spcAft>
        <a:spcPct val="0"/>
      </a:spcAft>
      <a:defRPr sz="1200" kern="1200">
        <a:solidFill>
          <a:schemeClr val="tx1"/>
        </a:solidFill>
        <a:latin typeface="Arial" charset="0"/>
        <a:ea typeface="ＭＳ Ｐゴシック" pitchFamily="-109" charset="-128"/>
        <a:cs typeface="ＭＳ Ｐゴシック" charset="0"/>
      </a:defRPr>
    </a:lvl4pPr>
    <a:lvl5pPr marL="1828800" algn="l" rtl="0" eaLnBrk="0" fontAlgn="base" hangingPunct="0">
      <a:spcBef>
        <a:spcPct val="30000"/>
      </a:spcBef>
      <a:spcAft>
        <a:spcPct val="0"/>
      </a:spcAft>
      <a:defRPr sz="1200" kern="1200">
        <a:solidFill>
          <a:schemeClr val="tx1"/>
        </a:solidFill>
        <a:latin typeface="Arial" charset="0"/>
        <a:ea typeface="ＭＳ Ｐゴシック" pitchFamily="-109" charset="-128"/>
        <a:cs typeface="ＭＳ Ｐゴシック"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researchgate.net/publication/366458517_Evaluation_of_statistical_climate_reconstruction_methods_based_on_pseudoproxy_experiments_using_linear_and_machine-learning_methods"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Slide Image Placeholder 1"/>
          <p:cNvSpPr>
            <a:spLocks noGrp="1" noRot="1" noChangeAspect="1"/>
          </p:cNvSpPr>
          <p:nvPr>
            <p:ph type="sldImg"/>
          </p:nvPr>
        </p:nvSpPr>
        <p:spPr>
          <a:ln/>
        </p:spPr>
      </p:sp>
      <p:sp>
        <p:nvSpPr>
          <p:cNvPr id="14338"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r>
              <a:rPr lang="en-US" sz="7200" dirty="0">
                <a:hlinkClick r:id="rId3"/>
              </a:rPr>
              <a:t>(PDF) Evaluation of statistical climate reconstruction methods based on pseudoproxy experiments using linear and machine-learning methods</a:t>
            </a:r>
            <a:r>
              <a:rPr lang="en-US" sz="7200" dirty="0"/>
              <a:t> (For LSTM)</a:t>
            </a:r>
            <a:endParaRPr lang="en-US" sz="7200" dirty="0">
              <a:latin typeface="Times New Roman" panose="02020603050405020304" pitchFamily="18" charset="0"/>
              <a:ea typeface="ＭＳ Ｐゴシック" charset="0"/>
              <a:cs typeface="Times New Roman" panose="02020603050405020304" pitchFamily="18" charset="0"/>
            </a:endParaRPr>
          </a:p>
        </p:txBody>
      </p:sp>
      <p:sp>
        <p:nvSpPr>
          <p:cNvPr id="14339"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11200">
                <a:solidFill>
                  <a:schemeClr val="tx1"/>
                </a:solidFill>
                <a:latin typeface="Arial" charset="0"/>
                <a:ea typeface="ＭＳ Ｐゴシック" charset="0"/>
                <a:cs typeface="ＭＳ Ｐゴシック" charset="0"/>
              </a:defRPr>
            </a:lvl1pPr>
            <a:lvl2pPr marL="3523493" indent="-1355189">
              <a:defRPr sz="11200">
                <a:solidFill>
                  <a:schemeClr val="tx1"/>
                </a:solidFill>
                <a:latin typeface="Arial" charset="0"/>
                <a:ea typeface="ＭＳ Ｐゴシック" charset="0"/>
                <a:cs typeface="ＭＳ Ｐゴシック" charset="0"/>
              </a:defRPr>
            </a:lvl2pPr>
            <a:lvl3pPr marL="5420760" indent="-1084152">
              <a:defRPr sz="11200">
                <a:solidFill>
                  <a:schemeClr val="tx1"/>
                </a:solidFill>
                <a:latin typeface="Arial" charset="0"/>
                <a:ea typeface="ＭＳ Ｐゴシック" charset="0"/>
                <a:cs typeface="ＭＳ Ｐゴシック" charset="0"/>
              </a:defRPr>
            </a:lvl3pPr>
            <a:lvl4pPr marL="7589064" indent="-1084152">
              <a:defRPr sz="11200">
                <a:solidFill>
                  <a:schemeClr val="tx1"/>
                </a:solidFill>
                <a:latin typeface="Arial" charset="0"/>
                <a:ea typeface="ＭＳ Ｐゴシック" charset="0"/>
                <a:cs typeface="ＭＳ Ｐゴシック" charset="0"/>
              </a:defRPr>
            </a:lvl4pPr>
            <a:lvl5pPr marL="9757373" indent="-1084152">
              <a:defRPr sz="11200">
                <a:solidFill>
                  <a:schemeClr val="tx1"/>
                </a:solidFill>
                <a:latin typeface="Arial" charset="0"/>
                <a:ea typeface="ＭＳ Ｐゴシック" charset="0"/>
                <a:cs typeface="ＭＳ Ｐゴシック" charset="0"/>
              </a:defRPr>
            </a:lvl5pPr>
            <a:lvl6pPr marL="11925677" indent="-1084152" eaLnBrk="0" fontAlgn="base" hangingPunct="0">
              <a:spcBef>
                <a:spcPct val="0"/>
              </a:spcBef>
              <a:spcAft>
                <a:spcPct val="0"/>
              </a:spcAft>
              <a:defRPr sz="11200">
                <a:solidFill>
                  <a:schemeClr val="tx1"/>
                </a:solidFill>
                <a:latin typeface="Arial" charset="0"/>
                <a:ea typeface="ＭＳ Ｐゴシック" charset="0"/>
                <a:cs typeface="ＭＳ Ｐゴシック" charset="0"/>
              </a:defRPr>
            </a:lvl6pPr>
            <a:lvl7pPr marL="14093981" indent="-1084152" eaLnBrk="0" fontAlgn="base" hangingPunct="0">
              <a:spcBef>
                <a:spcPct val="0"/>
              </a:spcBef>
              <a:spcAft>
                <a:spcPct val="0"/>
              </a:spcAft>
              <a:defRPr sz="11200">
                <a:solidFill>
                  <a:schemeClr val="tx1"/>
                </a:solidFill>
                <a:latin typeface="Arial" charset="0"/>
                <a:ea typeface="ＭＳ Ｐゴシック" charset="0"/>
                <a:cs typeface="ＭＳ Ｐゴシック" charset="0"/>
              </a:defRPr>
            </a:lvl7pPr>
            <a:lvl8pPr marL="16262285" indent="-1084152" eaLnBrk="0" fontAlgn="base" hangingPunct="0">
              <a:spcBef>
                <a:spcPct val="0"/>
              </a:spcBef>
              <a:spcAft>
                <a:spcPct val="0"/>
              </a:spcAft>
              <a:defRPr sz="11200">
                <a:solidFill>
                  <a:schemeClr val="tx1"/>
                </a:solidFill>
                <a:latin typeface="Arial" charset="0"/>
                <a:ea typeface="ＭＳ Ｐゴシック" charset="0"/>
                <a:cs typeface="ＭＳ Ｐゴシック" charset="0"/>
              </a:defRPr>
            </a:lvl8pPr>
            <a:lvl9pPr marL="18430589" indent="-1084152" eaLnBrk="0" fontAlgn="base" hangingPunct="0">
              <a:spcBef>
                <a:spcPct val="0"/>
              </a:spcBef>
              <a:spcAft>
                <a:spcPct val="0"/>
              </a:spcAft>
              <a:defRPr sz="11200">
                <a:solidFill>
                  <a:schemeClr val="tx1"/>
                </a:solidFill>
                <a:latin typeface="Arial" charset="0"/>
                <a:ea typeface="ＭＳ Ｐゴシック" charset="0"/>
                <a:cs typeface="ＭＳ Ｐゴシック" charset="0"/>
              </a:defRPr>
            </a:lvl9pPr>
          </a:lstStyle>
          <a:p>
            <a:fld id="{1DBCAB6B-A3AE-8443-AED1-0884083409B1}" type="slidenum">
              <a:rPr lang="en-US" sz="5800"/>
              <a:pPr/>
              <a:t>1</a:t>
            </a:fld>
            <a:endParaRPr lang="en-US" sz="58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endParaRPr lang="en-US" dirty="0"/>
          </a:p>
        </p:txBody>
      </p:sp>
    </p:spTree>
    <p:extLst>
      <p:ext uri="{BB962C8B-B14F-4D97-AF65-F5344CB8AC3E}">
        <p14:creationId xmlns:p14="http://schemas.microsoft.com/office/powerpoint/2010/main" val="10032870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0616485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2133600"/>
            <a:ext cx="3810000" cy="4343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2133600"/>
            <a:ext cx="3810000" cy="4343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970462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89076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725503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31533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3967696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anchor="t" anchorCtr="0" compatLnSpc="1">
            <a:prstTxWarp prst="textNoShape">
              <a:avLst/>
            </a:prstTxWarp>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3586813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656445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1143000"/>
            <a:ext cx="1943100" cy="5334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1143000"/>
            <a:ext cx="5676900" cy="5334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131711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w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12" cstate="email">
            <a:extLst>
              <a:ext uri="{28A0092B-C50C-407E-A947-70E740481C1C}">
                <a14:useLocalDpi xmlns:a14="http://schemas.microsoft.com/office/drawing/2010/main" val="0"/>
              </a:ext>
            </a:extLst>
          </a:blip>
          <a:srcRect l="1331" t="86" b="84"/>
          <a:stretch/>
        </p:blipFill>
        <p:spPr>
          <a:xfrm rot="5400000">
            <a:off x="19839840" y="-19839840"/>
            <a:ext cx="4211520" cy="43891200"/>
          </a:xfrm>
          <a:prstGeom prst="rect">
            <a:avLst/>
          </a:prstGeom>
        </p:spPr>
      </p:pic>
      <p:pic>
        <p:nvPicPr>
          <p:cNvPr id="2" name="Picture 1"/>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36728400" y="817375"/>
            <a:ext cx="5838264" cy="2627535"/>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4806950" rtl="0" eaLnBrk="0" fontAlgn="base" hangingPunct="0">
        <a:spcBef>
          <a:spcPct val="0"/>
        </a:spcBef>
        <a:spcAft>
          <a:spcPct val="0"/>
        </a:spcAft>
        <a:defRPr sz="3600" b="1">
          <a:solidFill>
            <a:schemeClr val="tx1"/>
          </a:solidFill>
          <a:latin typeface="+mj-lt"/>
          <a:ea typeface="+mj-ea"/>
          <a:cs typeface="ＭＳ Ｐゴシック" charset="0"/>
        </a:defRPr>
      </a:lvl1pPr>
      <a:lvl2pPr algn="l" defTabSz="4806950" rtl="0" eaLnBrk="0" fontAlgn="base" hangingPunct="0">
        <a:spcBef>
          <a:spcPct val="0"/>
        </a:spcBef>
        <a:spcAft>
          <a:spcPct val="0"/>
        </a:spcAft>
        <a:defRPr sz="3600" b="1">
          <a:solidFill>
            <a:schemeClr val="tx1"/>
          </a:solidFill>
          <a:latin typeface="Arial" charset="0"/>
          <a:ea typeface="ＭＳ Ｐゴシック" pitchFamily="-109" charset="-128"/>
          <a:cs typeface="ＭＳ Ｐゴシック" charset="0"/>
        </a:defRPr>
      </a:lvl2pPr>
      <a:lvl3pPr algn="l" defTabSz="4806950" rtl="0" eaLnBrk="0" fontAlgn="base" hangingPunct="0">
        <a:spcBef>
          <a:spcPct val="0"/>
        </a:spcBef>
        <a:spcAft>
          <a:spcPct val="0"/>
        </a:spcAft>
        <a:defRPr sz="3600" b="1">
          <a:solidFill>
            <a:schemeClr val="tx1"/>
          </a:solidFill>
          <a:latin typeface="Arial" charset="0"/>
          <a:ea typeface="ＭＳ Ｐゴシック" pitchFamily="-109" charset="-128"/>
          <a:cs typeface="ＭＳ Ｐゴシック" charset="0"/>
        </a:defRPr>
      </a:lvl3pPr>
      <a:lvl4pPr algn="l" defTabSz="4806950" rtl="0" eaLnBrk="0" fontAlgn="base" hangingPunct="0">
        <a:spcBef>
          <a:spcPct val="0"/>
        </a:spcBef>
        <a:spcAft>
          <a:spcPct val="0"/>
        </a:spcAft>
        <a:defRPr sz="3600" b="1">
          <a:solidFill>
            <a:schemeClr val="tx1"/>
          </a:solidFill>
          <a:latin typeface="Arial" charset="0"/>
          <a:ea typeface="ＭＳ Ｐゴシック" pitchFamily="-109" charset="-128"/>
          <a:cs typeface="ＭＳ Ｐゴシック" charset="0"/>
        </a:defRPr>
      </a:lvl4pPr>
      <a:lvl5pPr algn="l" defTabSz="4806950" rtl="0" eaLnBrk="0" fontAlgn="base" hangingPunct="0">
        <a:spcBef>
          <a:spcPct val="0"/>
        </a:spcBef>
        <a:spcAft>
          <a:spcPct val="0"/>
        </a:spcAft>
        <a:defRPr sz="3600" b="1">
          <a:solidFill>
            <a:schemeClr val="tx1"/>
          </a:solidFill>
          <a:latin typeface="Arial" charset="0"/>
          <a:ea typeface="ＭＳ Ｐゴシック" pitchFamily="-109" charset="-128"/>
          <a:cs typeface="ＭＳ Ｐゴシック" charset="0"/>
        </a:defRPr>
      </a:lvl5pPr>
      <a:lvl6pPr marL="457200" algn="l" rtl="0" fontAlgn="base">
        <a:spcBef>
          <a:spcPct val="0"/>
        </a:spcBef>
        <a:spcAft>
          <a:spcPct val="0"/>
        </a:spcAft>
        <a:defRPr sz="3200" b="1">
          <a:solidFill>
            <a:schemeClr val="tx2"/>
          </a:solidFill>
          <a:latin typeface="Arial" charset="0"/>
          <a:ea typeface="ＭＳ Ｐゴシック" pitchFamily="-109" charset="-128"/>
        </a:defRPr>
      </a:lvl6pPr>
      <a:lvl7pPr marL="914400" algn="l" rtl="0" fontAlgn="base">
        <a:spcBef>
          <a:spcPct val="0"/>
        </a:spcBef>
        <a:spcAft>
          <a:spcPct val="0"/>
        </a:spcAft>
        <a:defRPr sz="3200" b="1">
          <a:solidFill>
            <a:schemeClr val="tx2"/>
          </a:solidFill>
          <a:latin typeface="Arial" charset="0"/>
          <a:ea typeface="ＭＳ Ｐゴシック" pitchFamily="-109" charset="-128"/>
        </a:defRPr>
      </a:lvl7pPr>
      <a:lvl8pPr marL="1371600" algn="l" rtl="0" fontAlgn="base">
        <a:spcBef>
          <a:spcPct val="0"/>
        </a:spcBef>
        <a:spcAft>
          <a:spcPct val="0"/>
        </a:spcAft>
        <a:defRPr sz="3200" b="1">
          <a:solidFill>
            <a:schemeClr val="tx2"/>
          </a:solidFill>
          <a:latin typeface="Arial" charset="0"/>
          <a:ea typeface="ＭＳ Ｐゴシック" pitchFamily="-109" charset="-128"/>
        </a:defRPr>
      </a:lvl8pPr>
      <a:lvl9pPr marL="1828800" algn="l" rtl="0" fontAlgn="base">
        <a:spcBef>
          <a:spcPct val="0"/>
        </a:spcBef>
        <a:spcAft>
          <a:spcPct val="0"/>
        </a:spcAft>
        <a:defRPr sz="3200" b="1">
          <a:solidFill>
            <a:schemeClr val="tx2"/>
          </a:solidFill>
          <a:latin typeface="Arial" charset="0"/>
          <a:ea typeface="ＭＳ Ｐゴシック" pitchFamily="-109" charset="-128"/>
        </a:defRPr>
      </a:lvl9pPr>
    </p:titleStyle>
    <p:bodyStyle>
      <a:lvl1pPr marL="342900" indent="-342900" algn="l" defTabSz="4806950" rtl="0" eaLnBrk="0" fontAlgn="base" hangingPunct="0">
        <a:spcBef>
          <a:spcPct val="20000"/>
        </a:spcBef>
        <a:spcAft>
          <a:spcPct val="0"/>
        </a:spcAft>
        <a:defRPr sz="2400">
          <a:solidFill>
            <a:schemeClr val="tx1"/>
          </a:solidFill>
          <a:latin typeface="+mn-lt"/>
          <a:ea typeface="+mn-ea"/>
          <a:cs typeface="ＭＳ Ｐゴシック" charset="0"/>
        </a:defRPr>
      </a:lvl1pPr>
      <a:lvl2pPr marL="3905250" indent="-1501775" algn="l" defTabSz="4806950" rtl="0" eaLnBrk="0" fontAlgn="base" hangingPunct="0">
        <a:spcBef>
          <a:spcPct val="20000"/>
        </a:spcBef>
        <a:spcAft>
          <a:spcPct val="0"/>
        </a:spcAft>
        <a:defRPr sz="2400">
          <a:solidFill>
            <a:schemeClr val="tx1"/>
          </a:solidFill>
          <a:latin typeface="+mn-lt"/>
          <a:ea typeface="+mn-ea"/>
          <a:cs typeface="ＭＳ Ｐゴシック" charset="0"/>
        </a:defRPr>
      </a:lvl2pPr>
      <a:lvl3pPr marL="6008688" indent="-1201738" algn="l" defTabSz="4806950" rtl="0" eaLnBrk="0" fontAlgn="base" hangingPunct="0">
        <a:spcBef>
          <a:spcPct val="20000"/>
        </a:spcBef>
        <a:spcAft>
          <a:spcPct val="0"/>
        </a:spcAft>
        <a:defRPr sz="2400">
          <a:solidFill>
            <a:schemeClr val="tx1"/>
          </a:solidFill>
          <a:latin typeface="+mn-lt"/>
          <a:ea typeface="+mn-ea"/>
          <a:cs typeface="ＭＳ Ｐゴシック" charset="0"/>
        </a:defRPr>
      </a:lvl3pPr>
      <a:lvl4pPr marL="8412163" indent="-1201738" algn="l" defTabSz="4806950" rtl="0" eaLnBrk="0" fontAlgn="base" hangingPunct="0">
        <a:spcBef>
          <a:spcPct val="20000"/>
        </a:spcBef>
        <a:spcAft>
          <a:spcPct val="0"/>
        </a:spcAft>
        <a:defRPr sz="2400">
          <a:solidFill>
            <a:schemeClr val="tx1"/>
          </a:solidFill>
          <a:latin typeface="+mn-lt"/>
          <a:ea typeface="+mn-ea"/>
          <a:cs typeface="ＭＳ Ｐゴシック" charset="0"/>
        </a:defRPr>
      </a:lvl4pPr>
      <a:lvl5pPr marL="10815638" indent="-1201738" algn="l" defTabSz="4806950" rtl="0" eaLnBrk="0" fontAlgn="base" hangingPunct="0">
        <a:spcBef>
          <a:spcPct val="20000"/>
        </a:spcBef>
        <a:spcAft>
          <a:spcPct val="0"/>
        </a:spcAft>
        <a:defRPr sz="2400">
          <a:solidFill>
            <a:schemeClr val="tx1"/>
          </a:solidFill>
          <a:latin typeface="+mn-lt"/>
          <a:ea typeface="+mn-ea"/>
          <a:cs typeface="ＭＳ Ｐゴシック" charset="0"/>
        </a:defRPr>
      </a:lvl5pPr>
      <a:lvl6pPr marL="2514600" indent="-228600" algn="l" rtl="0" fontAlgn="base">
        <a:spcBef>
          <a:spcPct val="20000"/>
        </a:spcBef>
        <a:spcAft>
          <a:spcPct val="0"/>
        </a:spcAft>
        <a:defRPr sz="2000">
          <a:solidFill>
            <a:schemeClr val="tx1"/>
          </a:solidFill>
          <a:latin typeface="+mn-lt"/>
          <a:ea typeface="+mn-ea"/>
        </a:defRPr>
      </a:lvl6pPr>
      <a:lvl7pPr marL="2971800" indent="-228600" algn="l" rtl="0" fontAlgn="base">
        <a:spcBef>
          <a:spcPct val="20000"/>
        </a:spcBef>
        <a:spcAft>
          <a:spcPct val="0"/>
        </a:spcAft>
        <a:defRPr sz="2000">
          <a:solidFill>
            <a:schemeClr val="tx1"/>
          </a:solidFill>
          <a:latin typeface="+mn-lt"/>
          <a:ea typeface="+mn-ea"/>
        </a:defRPr>
      </a:lvl7pPr>
      <a:lvl8pPr marL="3429000" indent="-228600" algn="l" rtl="0" fontAlgn="base">
        <a:spcBef>
          <a:spcPct val="20000"/>
        </a:spcBef>
        <a:spcAft>
          <a:spcPct val="0"/>
        </a:spcAft>
        <a:defRPr sz="2000">
          <a:solidFill>
            <a:schemeClr val="tx1"/>
          </a:solidFill>
          <a:latin typeface="+mn-lt"/>
          <a:ea typeface="+mn-ea"/>
        </a:defRPr>
      </a:lvl8pPr>
      <a:lvl9pPr marL="3886200" indent="-228600" algn="l" rtl="0" fontAlgn="base">
        <a:spcBef>
          <a:spcPct val="20000"/>
        </a:spcBef>
        <a:spcAft>
          <a:spcPct val="0"/>
        </a:spcAft>
        <a:defRPr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030AF5-0D41-519B-6866-85B8CE529F7E}"/>
              </a:ext>
            </a:extLst>
          </p:cNvPr>
          <p:cNvSpPr txBox="1"/>
          <p:nvPr/>
        </p:nvSpPr>
        <p:spPr>
          <a:xfrm>
            <a:off x="0" y="1066800"/>
            <a:ext cx="36499800" cy="2492990"/>
          </a:xfrm>
          <a:prstGeom prst="rect">
            <a:avLst/>
          </a:prstGeom>
          <a:noFill/>
        </p:spPr>
        <p:txBody>
          <a:bodyPr wrap="square" rtlCol="0">
            <a:spAutoFit/>
          </a:bodyPr>
          <a:lstStyle/>
          <a:p>
            <a:pPr algn="ctr"/>
            <a:r>
              <a:rPr lang="en-US" sz="9600" b="1" dirty="0">
                <a:solidFill>
                  <a:schemeClr val="bg1"/>
                </a:solidFill>
                <a:latin typeface="Times New Roman" panose="02020603050405020304" pitchFamily="18" charset="0"/>
                <a:cs typeface="Times New Roman" panose="02020603050405020304" pitchFamily="18" charset="0"/>
              </a:rPr>
              <a:t>SCAM – Small-Cap Analysis Model For Forecasting Cryptocurrency</a:t>
            </a:r>
          </a:p>
          <a:p>
            <a:pPr algn="ctr"/>
            <a:r>
              <a:rPr lang="en-US" sz="6000" dirty="0">
                <a:solidFill>
                  <a:schemeClr val="bg1"/>
                </a:solidFill>
                <a:latin typeface="Times New Roman" panose="02020603050405020304" pitchFamily="18" charset="0"/>
                <a:cs typeface="Times New Roman" panose="02020603050405020304" pitchFamily="18" charset="0"/>
              </a:rPr>
              <a:t>Joe Ferguson, Om Jadhav, Jeff Hock, Roshan Baskaran</a:t>
            </a:r>
          </a:p>
        </p:txBody>
      </p:sp>
      <p:sp>
        <p:nvSpPr>
          <p:cNvPr id="3" name="TextBox 2">
            <a:extLst>
              <a:ext uri="{FF2B5EF4-FFF2-40B4-BE49-F238E27FC236}">
                <a16:creationId xmlns:a16="http://schemas.microsoft.com/office/drawing/2014/main" id="{814965EE-2F2F-71B4-C3DC-DD5B1501CAFF}"/>
              </a:ext>
            </a:extLst>
          </p:cNvPr>
          <p:cNvSpPr txBox="1"/>
          <p:nvPr/>
        </p:nvSpPr>
        <p:spPr>
          <a:xfrm>
            <a:off x="2767010" y="4573734"/>
            <a:ext cx="8305800" cy="1569660"/>
          </a:xfrm>
          <a:prstGeom prst="rect">
            <a:avLst/>
          </a:prstGeom>
          <a:noFill/>
        </p:spPr>
        <p:txBody>
          <a:bodyPr wrap="square" rtlCol="0">
            <a:spAutoFit/>
          </a:bodyPr>
          <a:lstStyle/>
          <a:p>
            <a:pPr algn="ctr"/>
            <a:r>
              <a:rPr lang="en-US" sz="9600" b="1" dirty="0">
                <a:solidFill>
                  <a:srgbClr val="FF0000"/>
                </a:solidFill>
                <a:latin typeface="Times New Roman" panose="02020603050405020304" pitchFamily="18" charset="0"/>
                <a:cs typeface="Times New Roman" panose="02020603050405020304" pitchFamily="18" charset="0"/>
              </a:rPr>
              <a:t>Background</a:t>
            </a:r>
          </a:p>
        </p:txBody>
      </p:sp>
      <p:sp>
        <p:nvSpPr>
          <p:cNvPr id="4" name="TextBox 3">
            <a:extLst>
              <a:ext uri="{FF2B5EF4-FFF2-40B4-BE49-F238E27FC236}">
                <a16:creationId xmlns:a16="http://schemas.microsoft.com/office/drawing/2014/main" id="{01B204A1-27CB-598B-244A-D98CA3879322}"/>
              </a:ext>
            </a:extLst>
          </p:cNvPr>
          <p:cNvSpPr txBox="1"/>
          <p:nvPr/>
        </p:nvSpPr>
        <p:spPr>
          <a:xfrm>
            <a:off x="2767010" y="13327425"/>
            <a:ext cx="8305800" cy="1569660"/>
          </a:xfrm>
          <a:prstGeom prst="rect">
            <a:avLst/>
          </a:prstGeom>
          <a:noFill/>
        </p:spPr>
        <p:txBody>
          <a:bodyPr wrap="square" rtlCol="0">
            <a:spAutoFit/>
          </a:bodyPr>
          <a:lstStyle/>
          <a:p>
            <a:pPr algn="ctr"/>
            <a:r>
              <a:rPr lang="en-US" sz="9600" b="1" dirty="0">
                <a:solidFill>
                  <a:srgbClr val="FF0000"/>
                </a:solidFill>
                <a:latin typeface="Times New Roman" panose="02020603050405020304" pitchFamily="18" charset="0"/>
                <a:cs typeface="Times New Roman" panose="02020603050405020304" pitchFamily="18" charset="0"/>
              </a:rPr>
              <a:t>Challenge</a:t>
            </a:r>
          </a:p>
        </p:txBody>
      </p:sp>
      <p:sp>
        <p:nvSpPr>
          <p:cNvPr id="5" name="TextBox 4">
            <a:extLst>
              <a:ext uri="{FF2B5EF4-FFF2-40B4-BE49-F238E27FC236}">
                <a16:creationId xmlns:a16="http://schemas.microsoft.com/office/drawing/2014/main" id="{1F4A677E-B8A2-B69D-5A35-5AD50D4AEA08}"/>
              </a:ext>
            </a:extLst>
          </p:cNvPr>
          <p:cNvSpPr txBox="1"/>
          <p:nvPr/>
        </p:nvSpPr>
        <p:spPr>
          <a:xfrm>
            <a:off x="2767010" y="22417188"/>
            <a:ext cx="8305800" cy="1569660"/>
          </a:xfrm>
          <a:prstGeom prst="rect">
            <a:avLst/>
          </a:prstGeom>
          <a:noFill/>
        </p:spPr>
        <p:txBody>
          <a:bodyPr wrap="square" rtlCol="0">
            <a:spAutoFit/>
          </a:bodyPr>
          <a:lstStyle/>
          <a:p>
            <a:pPr algn="ctr"/>
            <a:r>
              <a:rPr lang="en-US" sz="9600" b="1" dirty="0">
                <a:solidFill>
                  <a:srgbClr val="FF0000"/>
                </a:solidFill>
                <a:latin typeface="Times New Roman" panose="02020603050405020304" pitchFamily="18" charset="0"/>
                <a:cs typeface="Times New Roman" panose="02020603050405020304" pitchFamily="18" charset="0"/>
              </a:rPr>
              <a:t>Aim</a:t>
            </a:r>
          </a:p>
        </p:txBody>
      </p:sp>
      <p:sp>
        <p:nvSpPr>
          <p:cNvPr id="6" name="TextBox 5">
            <a:extLst>
              <a:ext uri="{FF2B5EF4-FFF2-40B4-BE49-F238E27FC236}">
                <a16:creationId xmlns:a16="http://schemas.microsoft.com/office/drawing/2014/main" id="{DEDCAA26-056F-48FC-8076-05C59AB1B170}"/>
              </a:ext>
            </a:extLst>
          </p:cNvPr>
          <p:cNvSpPr txBox="1"/>
          <p:nvPr/>
        </p:nvSpPr>
        <p:spPr>
          <a:xfrm>
            <a:off x="16573500" y="4573734"/>
            <a:ext cx="8305800" cy="1569660"/>
          </a:xfrm>
          <a:prstGeom prst="rect">
            <a:avLst/>
          </a:prstGeom>
          <a:noFill/>
        </p:spPr>
        <p:txBody>
          <a:bodyPr wrap="square" rtlCol="0">
            <a:spAutoFit/>
          </a:bodyPr>
          <a:lstStyle/>
          <a:p>
            <a:pPr algn="ctr"/>
            <a:r>
              <a:rPr lang="en-US" sz="9600" b="1" dirty="0">
                <a:solidFill>
                  <a:srgbClr val="FF0000"/>
                </a:solidFill>
                <a:latin typeface="Times New Roman" panose="02020603050405020304" pitchFamily="18" charset="0"/>
                <a:cs typeface="Times New Roman" panose="02020603050405020304" pitchFamily="18" charset="0"/>
              </a:rPr>
              <a:t>Method</a:t>
            </a:r>
          </a:p>
        </p:txBody>
      </p:sp>
      <p:sp>
        <p:nvSpPr>
          <p:cNvPr id="7" name="TextBox 6">
            <a:extLst>
              <a:ext uri="{FF2B5EF4-FFF2-40B4-BE49-F238E27FC236}">
                <a16:creationId xmlns:a16="http://schemas.microsoft.com/office/drawing/2014/main" id="{BDD0EFAC-8480-7F88-08B7-9E1752ECF371}"/>
              </a:ext>
            </a:extLst>
          </p:cNvPr>
          <p:cNvSpPr txBox="1"/>
          <p:nvPr/>
        </p:nvSpPr>
        <p:spPr>
          <a:xfrm>
            <a:off x="31737302" y="4573734"/>
            <a:ext cx="10744200" cy="1569660"/>
          </a:xfrm>
          <a:prstGeom prst="rect">
            <a:avLst/>
          </a:prstGeom>
          <a:noFill/>
        </p:spPr>
        <p:txBody>
          <a:bodyPr wrap="square" rtlCol="0">
            <a:spAutoFit/>
          </a:bodyPr>
          <a:lstStyle/>
          <a:p>
            <a:pPr algn="ctr"/>
            <a:r>
              <a:rPr lang="en-US" sz="9600" b="1" dirty="0">
                <a:solidFill>
                  <a:srgbClr val="FF0000"/>
                </a:solidFill>
                <a:latin typeface="Times New Roman" panose="02020603050405020304" pitchFamily="18" charset="0"/>
                <a:cs typeface="Times New Roman" panose="02020603050405020304" pitchFamily="18" charset="0"/>
              </a:rPr>
              <a:t>Preliminary Results</a:t>
            </a:r>
          </a:p>
        </p:txBody>
      </p:sp>
      <p:sp>
        <p:nvSpPr>
          <p:cNvPr id="8" name="TextBox 7">
            <a:extLst>
              <a:ext uri="{FF2B5EF4-FFF2-40B4-BE49-F238E27FC236}">
                <a16:creationId xmlns:a16="http://schemas.microsoft.com/office/drawing/2014/main" id="{5039E42E-F26B-441B-7CC0-8D0E9D50B36A}"/>
              </a:ext>
            </a:extLst>
          </p:cNvPr>
          <p:cNvSpPr txBox="1"/>
          <p:nvPr/>
        </p:nvSpPr>
        <p:spPr>
          <a:xfrm>
            <a:off x="32308800" y="23652540"/>
            <a:ext cx="10744200" cy="1569660"/>
          </a:xfrm>
          <a:prstGeom prst="rect">
            <a:avLst/>
          </a:prstGeom>
          <a:noFill/>
        </p:spPr>
        <p:txBody>
          <a:bodyPr wrap="square" rtlCol="0">
            <a:spAutoFit/>
          </a:bodyPr>
          <a:lstStyle/>
          <a:p>
            <a:pPr algn="ctr"/>
            <a:r>
              <a:rPr lang="en-US" sz="9600" b="1" dirty="0">
                <a:solidFill>
                  <a:srgbClr val="FF0000"/>
                </a:solidFill>
                <a:latin typeface="Times New Roman" panose="02020603050405020304" pitchFamily="18" charset="0"/>
                <a:cs typeface="Times New Roman" panose="02020603050405020304" pitchFamily="18" charset="0"/>
              </a:rPr>
              <a:t>Future Work</a:t>
            </a:r>
          </a:p>
        </p:txBody>
      </p:sp>
      <p:grpSp>
        <p:nvGrpSpPr>
          <p:cNvPr id="20" name="Group 19">
            <a:extLst>
              <a:ext uri="{FF2B5EF4-FFF2-40B4-BE49-F238E27FC236}">
                <a16:creationId xmlns:a16="http://schemas.microsoft.com/office/drawing/2014/main" id="{60F60003-5C60-5AE0-90A5-CEC0159D4CCA}"/>
              </a:ext>
            </a:extLst>
          </p:cNvPr>
          <p:cNvGrpSpPr/>
          <p:nvPr/>
        </p:nvGrpSpPr>
        <p:grpSpPr>
          <a:xfrm>
            <a:off x="304803" y="6935555"/>
            <a:ext cx="13230215" cy="5599709"/>
            <a:chOff x="304803" y="6629400"/>
            <a:chExt cx="13230215" cy="5599709"/>
          </a:xfrm>
        </p:grpSpPr>
        <p:sp>
          <p:nvSpPr>
            <p:cNvPr id="17" name="Oval 16">
              <a:extLst>
                <a:ext uri="{FF2B5EF4-FFF2-40B4-BE49-F238E27FC236}">
                  <a16:creationId xmlns:a16="http://schemas.microsoft.com/office/drawing/2014/main" id="{6BE3BE88-D00E-95D3-AD02-58E3197B62EA}"/>
                </a:ext>
              </a:extLst>
            </p:cNvPr>
            <p:cNvSpPr/>
            <p:nvPr/>
          </p:nvSpPr>
          <p:spPr bwMode="auto">
            <a:xfrm>
              <a:off x="304803" y="6629400"/>
              <a:ext cx="13230215" cy="5599709"/>
            </a:xfrm>
            <a:prstGeom prst="ellipse">
              <a:avLst/>
            </a:prstGeom>
            <a:solidFill>
              <a:srgbClr val="CCCCCC"/>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09" charset="-128"/>
              </a:endParaRPr>
            </a:p>
          </p:txBody>
        </p:sp>
        <p:sp>
          <p:nvSpPr>
            <p:cNvPr id="9" name="TextBox 8">
              <a:extLst>
                <a:ext uri="{FF2B5EF4-FFF2-40B4-BE49-F238E27FC236}">
                  <a16:creationId xmlns:a16="http://schemas.microsoft.com/office/drawing/2014/main" id="{7C2F3C38-5911-57F6-323F-0ACD6DBD39A2}"/>
                </a:ext>
              </a:extLst>
            </p:cNvPr>
            <p:cNvSpPr txBox="1"/>
            <p:nvPr/>
          </p:nvSpPr>
          <p:spPr>
            <a:xfrm>
              <a:off x="1066800" y="8151982"/>
              <a:ext cx="12268200" cy="2554545"/>
            </a:xfrm>
            <a:prstGeom prst="rect">
              <a:avLst/>
            </a:prstGeom>
            <a:noFill/>
          </p:spPr>
          <p:txBody>
            <a:bodyPr wrap="square" rtlCol="0">
              <a:spAutoFit/>
            </a:bodyPr>
            <a:lstStyle/>
            <a:p>
              <a:r>
                <a:rPr lang="en-US" sz="4000" dirty="0">
                  <a:latin typeface="Times New Roman" panose="02020603050405020304" pitchFamily="18" charset="0"/>
                  <a:cs typeface="Times New Roman" panose="02020603050405020304" pitchFamily="18" charset="0"/>
                </a:rPr>
                <a:t>Cryptocurrency is a digital currency that is not reliant on central authorities like other currencies, instead relying on decentralized networks. Popular coins you may have heard of include Bitcoin, Ethereum, Dogecoin, and XRP.</a:t>
              </a:r>
            </a:p>
          </p:txBody>
        </p:sp>
      </p:grpSp>
      <p:grpSp>
        <p:nvGrpSpPr>
          <p:cNvPr id="18" name="Group 17">
            <a:extLst>
              <a:ext uri="{FF2B5EF4-FFF2-40B4-BE49-F238E27FC236}">
                <a16:creationId xmlns:a16="http://schemas.microsoft.com/office/drawing/2014/main" id="{3BE60C09-6DDB-17F5-6832-0FEA06F5A5ED}"/>
              </a:ext>
            </a:extLst>
          </p:cNvPr>
          <p:cNvGrpSpPr/>
          <p:nvPr/>
        </p:nvGrpSpPr>
        <p:grpSpPr>
          <a:xfrm>
            <a:off x="785810" y="15689246"/>
            <a:ext cx="12268200" cy="5935781"/>
            <a:chOff x="1066800" y="14531875"/>
            <a:chExt cx="12268200" cy="5935781"/>
          </a:xfrm>
        </p:grpSpPr>
        <p:sp>
          <p:nvSpPr>
            <p:cNvPr id="15" name="Rectangle 14">
              <a:extLst>
                <a:ext uri="{FF2B5EF4-FFF2-40B4-BE49-F238E27FC236}">
                  <a16:creationId xmlns:a16="http://schemas.microsoft.com/office/drawing/2014/main" id="{397EB2A9-867F-A249-DCCF-CD5659489BF9}"/>
                </a:ext>
              </a:extLst>
            </p:cNvPr>
            <p:cNvSpPr/>
            <p:nvPr/>
          </p:nvSpPr>
          <p:spPr bwMode="auto">
            <a:xfrm>
              <a:off x="1066800" y="14531875"/>
              <a:ext cx="12268200" cy="5935781"/>
            </a:xfrm>
            <a:prstGeom prst="rect">
              <a:avLst/>
            </a:prstGeom>
            <a:solidFill>
              <a:schemeClr val="accent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anose="02020603050405020304" pitchFamily="18" charset="0"/>
                <a:ea typeface="ＭＳ Ｐゴシック" pitchFamily="-109" charset="-128"/>
                <a:cs typeface="Times New Roman" panose="02020603050405020304" pitchFamily="18" charset="0"/>
              </a:endParaRPr>
            </a:p>
          </p:txBody>
        </p:sp>
        <p:sp>
          <p:nvSpPr>
            <p:cNvPr id="10" name="TextBox 9">
              <a:extLst>
                <a:ext uri="{FF2B5EF4-FFF2-40B4-BE49-F238E27FC236}">
                  <a16:creationId xmlns:a16="http://schemas.microsoft.com/office/drawing/2014/main" id="{5D724D72-5AD1-FA3C-58DD-631AD74782A4}"/>
                </a:ext>
              </a:extLst>
            </p:cNvPr>
            <p:cNvSpPr txBox="1"/>
            <p:nvPr/>
          </p:nvSpPr>
          <p:spPr>
            <a:xfrm>
              <a:off x="1066800" y="14683610"/>
              <a:ext cx="12268200" cy="5632311"/>
            </a:xfrm>
            <a:prstGeom prst="rect">
              <a:avLst/>
            </a:prstGeom>
            <a:noFill/>
          </p:spPr>
          <p:txBody>
            <a:bodyPr wrap="square" rtlCol="0">
              <a:spAutoFit/>
            </a:bodyPr>
            <a:lstStyle/>
            <a:p>
              <a:pPr marL="571500" indent="-571500">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Cryptocurrency is incredibly volatile, i.e., the data is </a:t>
              </a:r>
              <a:r>
                <a:rPr lang="en-US" sz="4000" i="1" dirty="0">
                  <a:latin typeface="Times New Roman" panose="02020603050405020304" pitchFamily="18" charset="0"/>
                  <a:cs typeface="Times New Roman" panose="02020603050405020304" pitchFamily="18" charset="0"/>
                </a:rPr>
                <a:t>noisy</a:t>
              </a:r>
              <a:endParaRPr lang="en-US" sz="4000" dirty="0">
                <a:latin typeface="Times New Roman" panose="02020603050405020304" pitchFamily="18" charset="0"/>
                <a:cs typeface="Times New Roman" panose="02020603050405020304" pitchFamily="18" charset="0"/>
              </a:endParaRPr>
            </a:p>
            <a:p>
              <a:pPr marL="571500" indent="-571500">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Most models fail to learn the underlying shifts in the market and learn the randomness instead</a:t>
              </a:r>
            </a:p>
            <a:p>
              <a:pPr marL="571500" indent="-571500">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Additionally, our target of small-cap coins is even noisier than coins like Bitcoin, Ethereum etc., as they do not have the media presence those coins have, which tends to make them slightly more predictable than small-cap coins</a:t>
              </a:r>
              <a:endParaRPr lang="en-US" sz="4000" i="1" dirty="0">
                <a:latin typeface="Times New Roman" panose="02020603050405020304" pitchFamily="18" charset="0"/>
                <a:cs typeface="Times New Roman" panose="02020603050405020304" pitchFamily="18" charset="0"/>
              </a:endParaRPr>
            </a:p>
          </p:txBody>
        </p:sp>
      </p:grpSp>
      <p:grpSp>
        <p:nvGrpSpPr>
          <p:cNvPr id="19" name="Group 18">
            <a:extLst>
              <a:ext uri="{FF2B5EF4-FFF2-40B4-BE49-F238E27FC236}">
                <a16:creationId xmlns:a16="http://schemas.microsoft.com/office/drawing/2014/main" id="{D6DC6000-F8AA-F764-DD60-D876F3F6283F}"/>
              </a:ext>
            </a:extLst>
          </p:cNvPr>
          <p:cNvGrpSpPr/>
          <p:nvPr/>
        </p:nvGrpSpPr>
        <p:grpSpPr>
          <a:xfrm>
            <a:off x="785810" y="24779010"/>
            <a:ext cx="12268200" cy="5935781"/>
            <a:chOff x="1076739" y="24779010"/>
            <a:chExt cx="12268200" cy="5935781"/>
          </a:xfrm>
        </p:grpSpPr>
        <p:sp>
          <p:nvSpPr>
            <p:cNvPr id="16" name="Rectangle 15">
              <a:extLst>
                <a:ext uri="{FF2B5EF4-FFF2-40B4-BE49-F238E27FC236}">
                  <a16:creationId xmlns:a16="http://schemas.microsoft.com/office/drawing/2014/main" id="{5B81342E-A0EF-4AF9-ADD7-9578B93065FA}"/>
                </a:ext>
              </a:extLst>
            </p:cNvPr>
            <p:cNvSpPr/>
            <p:nvPr/>
          </p:nvSpPr>
          <p:spPr bwMode="auto">
            <a:xfrm>
              <a:off x="1076739" y="24779010"/>
              <a:ext cx="12268200" cy="5935781"/>
            </a:xfrm>
            <a:prstGeom prst="rect">
              <a:avLst/>
            </a:prstGeom>
            <a:solidFill>
              <a:srgbClr val="FFC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anose="02020603050405020304" pitchFamily="18" charset="0"/>
                <a:ea typeface="ＭＳ Ｐゴシック" pitchFamily="-109" charset="-128"/>
                <a:cs typeface="Times New Roman" panose="02020603050405020304" pitchFamily="18" charset="0"/>
              </a:endParaRPr>
            </a:p>
          </p:txBody>
        </p:sp>
        <p:sp>
          <p:nvSpPr>
            <p:cNvPr id="11" name="TextBox 10">
              <a:extLst>
                <a:ext uri="{FF2B5EF4-FFF2-40B4-BE49-F238E27FC236}">
                  <a16:creationId xmlns:a16="http://schemas.microsoft.com/office/drawing/2014/main" id="{903AF1FF-A36B-6BEC-CBC1-1D1A71967DDE}"/>
                </a:ext>
              </a:extLst>
            </p:cNvPr>
            <p:cNvSpPr txBox="1"/>
            <p:nvPr/>
          </p:nvSpPr>
          <p:spPr>
            <a:xfrm>
              <a:off x="1076739" y="25330854"/>
              <a:ext cx="12268200" cy="4832092"/>
            </a:xfrm>
            <a:prstGeom prst="rect">
              <a:avLst/>
            </a:prstGeom>
            <a:noFill/>
          </p:spPr>
          <p:txBody>
            <a:bodyPr wrap="square" rtlCol="0">
              <a:spAutoFit/>
            </a:bodyPr>
            <a:lstStyle/>
            <a:p>
              <a:pPr marL="571500" indent="-571500">
                <a:buFont typeface="Arial" panose="020B0604020202020204" pitchFamily="34" charset="0"/>
                <a:buChar char="•"/>
              </a:pPr>
              <a:r>
                <a:rPr lang="en-US" sz="4400" dirty="0">
                  <a:latin typeface="Times New Roman" panose="02020603050405020304" pitchFamily="18" charset="0"/>
                  <a:cs typeface="Times New Roman" panose="02020603050405020304" pitchFamily="18" charset="0"/>
                </a:rPr>
                <a:t>Forecast whether price will go up or down at next timestep</a:t>
              </a:r>
            </a:p>
            <a:p>
              <a:pPr marL="571500" indent="-571500">
                <a:buFont typeface="Arial" panose="020B0604020202020204" pitchFamily="34" charset="0"/>
                <a:buChar char="•"/>
              </a:pPr>
              <a:r>
                <a:rPr lang="en-US" sz="4400" dirty="0">
                  <a:latin typeface="Times New Roman" panose="02020603050405020304" pitchFamily="18" charset="0"/>
                  <a:cs typeface="Times New Roman" panose="02020603050405020304" pitchFamily="18" charset="0"/>
                </a:rPr>
                <a:t> We will leverage multi-modal methods involving variations of Long Short-Term Memory Models (LSTM), Graph Neural Networks (GNN), as well as Generalized Auto Regressive Conditional Heteroskedasticity (GARCH).</a:t>
              </a:r>
              <a:endParaRPr lang="en-US" sz="4400" i="1" dirty="0">
                <a:latin typeface="Times New Roman" panose="02020603050405020304" pitchFamily="18" charset="0"/>
                <a:cs typeface="Times New Roman" panose="02020603050405020304" pitchFamily="18" charset="0"/>
              </a:endParaRPr>
            </a:p>
          </p:txBody>
        </p:sp>
      </p:grpSp>
      <p:cxnSp>
        <p:nvCxnSpPr>
          <p:cNvPr id="13" name="Straight Connector 12">
            <a:extLst>
              <a:ext uri="{FF2B5EF4-FFF2-40B4-BE49-F238E27FC236}">
                <a16:creationId xmlns:a16="http://schemas.microsoft.com/office/drawing/2014/main" id="{22EEE2BC-9C5D-196A-CCCD-B8D40E9B1A7A}"/>
              </a:ext>
            </a:extLst>
          </p:cNvPr>
          <p:cNvCxnSpPr/>
          <p:nvPr/>
        </p:nvCxnSpPr>
        <p:spPr bwMode="auto">
          <a:xfrm>
            <a:off x="13735050" y="4343400"/>
            <a:ext cx="0" cy="2827020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4" name="Straight Connector 13">
            <a:extLst>
              <a:ext uri="{FF2B5EF4-FFF2-40B4-BE49-F238E27FC236}">
                <a16:creationId xmlns:a16="http://schemas.microsoft.com/office/drawing/2014/main" id="{E97D8624-606A-786F-656E-1E816F7E4F71}"/>
              </a:ext>
            </a:extLst>
          </p:cNvPr>
          <p:cNvCxnSpPr/>
          <p:nvPr/>
        </p:nvCxnSpPr>
        <p:spPr bwMode="auto">
          <a:xfrm>
            <a:off x="30937200" y="4343400"/>
            <a:ext cx="0" cy="2827020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pic>
        <p:nvPicPr>
          <p:cNvPr id="24" name="Picture 23">
            <a:extLst>
              <a:ext uri="{FF2B5EF4-FFF2-40B4-BE49-F238E27FC236}">
                <a16:creationId xmlns:a16="http://schemas.microsoft.com/office/drawing/2014/main" id="{43F722AB-7BEC-8D42-94EE-0ECCB67B7D21}"/>
              </a:ext>
            </a:extLst>
          </p:cNvPr>
          <p:cNvPicPr>
            <a:picLocks noChangeAspect="1"/>
          </p:cNvPicPr>
          <p:nvPr/>
        </p:nvPicPr>
        <p:blipFill>
          <a:blip r:embed="rId3"/>
          <a:stretch>
            <a:fillRect/>
          </a:stretch>
        </p:blipFill>
        <p:spPr>
          <a:xfrm>
            <a:off x="13883813" y="7254619"/>
            <a:ext cx="16904625" cy="6940041"/>
          </a:xfrm>
          <a:prstGeom prst="rect">
            <a:avLst/>
          </a:prstGeom>
        </p:spPr>
      </p:pic>
      <p:sp>
        <p:nvSpPr>
          <p:cNvPr id="25" name="TextBox 24">
            <a:extLst>
              <a:ext uri="{FF2B5EF4-FFF2-40B4-BE49-F238E27FC236}">
                <a16:creationId xmlns:a16="http://schemas.microsoft.com/office/drawing/2014/main" id="{C106D7BF-4458-8CCF-7955-22B010D5CA88}"/>
              </a:ext>
            </a:extLst>
          </p:cNvPr>
          <p:cNvSpPr txBox="1"/>
          <p:nvPr/>
        </p:nvSpPr>
        <p:spPr>
          <a:xfrm>
            <a:off x="15278094" y="6544270"/>
            <a:ext cx="6857998" cy="923330"/>
          </a:xfrm>
          <a:prstGeom prst="rect">
            <a:avLst/>
          </a:prstGeom>
          <a:noFill/>
        </p:spPr>
        <p:txBody>
          <a:bodyPr wrap="square" rtlCol="0">
            <a:spAutoFit/>
          </a:bodyPr>
          <a:lstStyle/>
          <a:p>
            <a:r>
              <a:rPr lang="en-US" sz="5400" dirty="0">
                <a:solidFill>
                  <a:srgbClr val="FF0000"/>
                </a:solidFill>
                <a:latin typeface="Times New Roman" panose="02020603050405020304" pitchFamily="18" charset="0"/>
                <a:cs typeface="Times New Roman" panose="02020603050405020304" pitchFamily="18" charset="0"/>
              </a:rPr>
              <a:t>Bi-Directional LSTM</a:t>
            </a:r>
          </a:p>
        </p:txBody>
      </p:sp>
      <p:grpSp>
        <p:nvGrpSpPr>
          <p:cNvPr id="30" name="Group 29">
            <a:extLst>
              <a:ext uri="{FF2B5EF4-FFF2-40B4-BE49-F238E27FC236}">
                <a16:creationId xmlns:a16="http://schemas.microsoft.com/office/drawing/2014/main" id="{FC50DBD3-09F9-99A6-2E36-6E38D05FA337}"/>
              </a:ext>
            </a:extLst>
          </p:cNvPr>
          <p:cNvGrpSpPr/>
          <p:nvPr/>
        </p:nvGrpSpPr>
        <p:grpSpPr>
          <a:xfrm>
            <a:off x="32232600" y="25346891"/>
            <a:ext cx="10744199" cy="5133109"/>
            <a:chOff x="32281091" y="24931971"/>
            <a:chExt cx="10744199" cy="5133109"/>
          </a:xfrm>
        </p:grpSpPr>
        <p:sp>
          <p:nvSpPr>
            <p:cNvPr id="28" name="Rectangle 27">
              <a:extLst>
                <a:ext uri="{FF2B5EF4-FFF2-40B4-BE49-F238E27FC236}">
                  <a16:creationId xmlns:a16="http://schemas.microsoft.com/office/drawing/2014/main" id="{27DEA0BC-B36A-06BF-0B77-E3A060A18D64}"/>
                </a:ext>
              </a:extLst>
            </p:cNvPr>
            <p:cNvSpPr/>
            <p:nvPr/>
          </p:nvSpPr>
          <p:spPr bwMode="auto">
            <a:xfrm>
              <a:off x="32281091" y="24931971"/>
              <a:ext cx="10744199" cy="5133109"/>
            </a:xfrm>
            <a:prstGeom prst="rect">
              <a:avLst/>
            </a:prstGeom>
            <a:solidFill>
              <a:schemeClr val="accent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anose="02020603050405020304" pitchFamily="18" charset="0"/>
                <a:ea typeface="ＭＳ Ｐゴシック" pitchFamily="-109" charset="-128"/>
                <a:cs typeface="Times New Roman" panose="02020603050405020304" pitchFamily="18" charset="0"/>
              </a:endParaRPr>
            </a:p>
          </p:txBody>
        </p:sp>
        <p:sp>
          <p:nvSpPr>
            <p:cNvPr id="26" name="TextBox 25">
              <a:extLst>
                <a:ext uri="{FF2B5EF4-FFF2-40B4-BE49-F238E27FC236}">
                  <a16:creationId xmlns:a16="http://schemas.microsoft.com/office/drawing/2014/main" id="{BC6ABA07-3AF4-74E6-F0BB-F7C12F29A05E}"/>
                </a:ext>
              </a:extLst>
            </p:cNvPr>
            <p:cNvSpPr txBox="1"/>
            <p:nvPr/>
          </p:nvSpPr>
          <p:spPr>
            <a:xfrm>
              <a:off x="32947840" y="25297923"/>
              <a:ext cx="9410701" cy="4401205"/>
            </a:xfrm>
            <a:prstGeom prst="rect">
              <a:avLst/>
            </a:prstGeom>
            <a:noFill/>
          </p:spPr>
          <p:txBody>
            <a:bodyPr wrap="square" rtlCol="0">
              <a:spAutoFit/>
            </a:bodyPr>
            <a:lstStyle/>
            <a:p>
              <a:pPr marL="571500" indent="-571500">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Try this approach on regular stocks with economic indicators</a:t>
              </a:r>
            </a:p>
            <a:p>
              <a:pPr marL="571500" indent="-571500">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Evaluate the rate of return this model can produce using a variation of trading strategies</a:t>
              </a:r>
            </a:p>
            <a:p>
              <a:pPr marL="571500" indent="-571500">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Compare and contrast with other efforts produced by OpenAI, Grok, etc.</a:t>
              </a:r>
            </a:p>
          </p:txBody>
        </p:sp>
      </p:grpSp>
    </p:spTree>
  </p:cSld>
  <p:clrMapOvr>
    <a:masterClrMapping/>
  </p:clrMapOvr>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109"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109"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1708</TotalTime>
  <Words>243</Words>
  <Application>Microsoft Office PowerPoint</Application>
  <PresentationFormat>Custom</PresentationFormat>
  <Paragraphs>20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Times New Roman</vt:lpstr>
      <vt:lpstr>Blank Presentation</vt:lpstr>
      <vt:lpstr>PowerPoint Presentation</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ResearchPstr_Grn-3_48x36</dc:title>
  <dc:subject>&amp;lt;p&amp;gt;Heading Lorem ipsum dolor sit amet, consectetuer adipiscing elit, sed diam nonummy nibh euismod tincidunt ut laoreet dolore magna aliquam erat volutpat.  Ut wisi enim ad minim veniam. Lorem ipsum dolor sit amet, consectetuer adipiscing elit, sed diam nonummy nibh euismod tincidunt ut laoreet dolore magna aliquam erat v&amp;lt;/p&amp;gt;</dc:subject>
  <dc:creator>Pamela Seymour</dc:creator>
  <cp:keywords/>
  <dc:description>&amp;lt;p&amp;gt;Heading Lorem ipsum dolor sit amet, consectetuer adipiscing elit, sed diam nonummy nibh euismod tincidunt ut laoreet dolore magna aliquam erat volutpat.  Ut wisi enim ad minim veniam. Lorem ipsum dolor sit amet, consectetuer adipiscing elit, sed diam nonummy nibh euismod tincidunt ut laoreet dolore magna aliquam erat v&amp;lt;/p&amp;gt;</dc:description>
  <cp:lastModifiedBy>Ferguson, Joe (fergujp)</cp:lastModifiedBy>
  <cp:revision>90</cp:revision>
  <cp:lastPrinted>2017-08-02T15:32:03Z</cp:lastPrinted>
  <dcterms:created xsi:type="dcterms:W3CDTF">2009-08-20T20:50:05Z</dcterms:created>
  <dcterms:modified xsi:type="dcterms:W3CDTF">2025-11-30T22:27:55Z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EktContentLanguage">
    <vt:i4>1033</vt:i4>
  </property>
  <property fmtid="{D5CDD505-2E9C-101B-9397-08002B2CF9AE}" pid="3" name="EktQuickLink">
    <vt:lpwstr>DownloadAsset.aspx?id=24817</vt:lpwstr>
  </property>
  <property fmtid="{D5CDD505-2E9C-101B-9397-08002B2CF9AE}" pid="4" name="EktContentType">
    <vt:i4>101</vt:i4>
  </property>
  <property fmtid="{D5CDD505-2E9C-101B-9397-08002B2CF9AE}" pid="5" name="EktContentSubType">
    <vt:i4>0</vt:i4>
  </property>
  <property fmtid="{D5CDD505-2E9C-101B-9397-08002B2CF9AE}" pid="6" name="EktFolderName">
    <vt:lpwstr/>
  </property>
  <property fmtid="{D5CDD505-2E9C-101B-9397-08002B2CF9AE}" pid="7" name="EktCmsPath">
    <vt:lpwstr>&amp;lt;p&amp;gt;Heading Lorem ipsum dolor sit amet, consectetuer adipiscing elit, sed diam nonummy nibh euismod tincidunt ut laoreet dolore magna aliquam erat volutpat.  Ut wisi enim ad minim veniam. Lorem ipsum dolor sit amet, consectetuer adipiscing elit, sed </vt:lpwstr>
  </property>
  <property fmtid="{D5CDD505-2E9C-101B-9397-08002B2CF9AE}" pid="8" name="EktExpiryType">
    <vt:i4>1</vt:i4>
  </property>
  <property fmtid="{D5CDD505-2E9C-101B-9397-08002B2CF9AE}" pid="9" name="EktDateCreated">
    <vt:filetime>2012-01-03T16:56:00Z</vt:filetime>
  </property>
  <property fmtid="{D5CDD505-2E9C-101B-9397-08002B2CF9AE}" pid="10" name="EktDateModified">
    <vt:filetime>2012-01-03T16:56:00Z</vt:filetime>
  </property>
  <property fmtid="{D5CDD505-2E9C-101B-9397-08002B2CF9AE}" pid="11" name="EktTaxCategory">
    <vt:lpwstr/>
  </property>
  <property fmtid="{D5CDD505-2E9C-101B-9397-08002B2CF9AE}" pid="12" name="EktCmsSize">
    <vt:i4>150528</vt:i4>
  </property>
  <property fmtid="{D5CDD505-2E9C-101B-9397-08002B2CF9AE}" pid="13" name="EktSearchable">
    <vt:i4>1</vt:i4>
  </property>
  <property fmtid="{D5CDD505-2E9C-101B-9397-08002B2CF9AE}" pid="14" name="EktEDescription">
    <vt:lpwstr>Summary &amp;lt;p&amp;gt;Heading Lorem ipsum dolor sit amet, consectetuer adipiscing elit, sed diam nonummy nibh euismod tincidunt ut laoreet dolore magna aliquam erat volutpat.  Ut wisi enim ad minim veniam. Lorem ipsum dolor sit amet, consectetuer adipiscing el</vt:lpwstr>
  </property>
</Properties>
</file>